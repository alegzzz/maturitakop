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Inconsolata"/>
      <p:regular r:id="rId20"/>
      <p:bold r:id="rId21"/>
    </p:embeddedFont>
    <p:embeddedFont>
      <p:font typeface="Bebas Neue"/>
      <p:regular r:id="rId22"/>
    </p:embeddedFont>
    <p:embeddedFont>
      <p:font typeface="Russo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consolata-regular.fntdata"/><Relationship Id="rId22" Type="http://schemas.openxmlformats.org/officeDocument/2006/relationships/font" Target="fonts/BebasNeue-regular.fntdata"/><Relationship Id="rId21" Type="http://schemas.openxmlformats.org/officeDocument/2006/relationships/font" Target="fonts/Inconsolata-bold.fntdata"/><Relationship Id="rId23" Type="http://schemas.openxmlformats.org/officeDocument/2006/relationships/font" Target="fonts/Russo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33f970efa5_7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33f970efa5_7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54275cf9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54275cf9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d362d286f3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d362d286f3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54275cf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54275cf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d362d286f3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d362d286f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d362d286f3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d362d286f3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362d286f3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362d286f3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54275cf9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d54275cf9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54275cf9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d54275cf9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bda6475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bda6475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54275cf9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54275cf9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54275cf9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d54275cf9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54275cf9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d54275cf9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54275cf9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54275cf9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d362d286f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d362d286f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33300" y="1036963"/>
            <a:ext cx="6469500" cy="1958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33300" y="3306875"/>
            <a:ext cx="5473800" cy="4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875300" y="4434050"/>
            <a:ext cx="5487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6801078" y="621971"/>
            <a:ext cx="2125029" cy="403038"/>
            <a:chOff x="6787353" y="621971"/>
            <a:chExt cx="2125029" cy="403038"/>
          </a:xfrm>
        </p:grpSpPr>
        <p:sp>
          <p:nvSpPr>
            <p:cNvPr id="15" name="Google Shape;15;p2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362488" y="1551223"/>
            <a:ext cx="3835800" cy="88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1487763" y="1834950"/>
            <a:ext cx="1406700" cy="10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3362468" y="2438323"/>
            <a:ext cx="3835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>
                <a:solidFill>
                  <a:schemeClr val="accent2"/>
                </a:solidFill>
              </a:defRPr>
            </a:lvl1pPr>
            <a:lvl2pPr lvl="1" rtl="0">
              <a:buNone/>
              <a:defRPr sz="1600">
                <a:solidFill>
                  <a:schemeClr val="accent2"/>
                </a:solidFill>
              </a:defRPr>
            </a:lvl2pPr>
            <a:lvl3pPr lvl="2" rtl="0">
              <a:buNone/>
              <a:defRPr sz="1600">
                <a:solidFill>
                  <a:schemeClr val="accent2"/>
                </a:solidFill>
              </a:defRPr>
            </a:lvl3pPr>
            <a:lvl4pPr lvl="3" rtl="0">
              <a:buNone/>
              <a:defRPr sz="1600">
                <a:solidFill>
                  <a:schemeClr val="accent2"/>
                </a:solidFill>
              </a:defRPr>
            </a:lvl4pPr>
            <a:lvl5pPr lvl="4" rtl="0">
              <a:buNone/>
              <a:defRPr sz="1600">
                <a:solidFill>
                  <a:schemeClr val="accent2"/>
                </a:solidFill>
              </a:defRPr>
            </a:lvl5pPr>
            <a:lvl6pPr lvl="5" rtl="0">
              <a:buNone/>
              <a:defRPr sz="1600">
                <a:solidFill>
                  <a:schemeClr val="accent2"/>
                </a:solidFill>
              </a:defRPr>
            </a:lvl6pPr>
            <a:lvl7pPr lvl="6" rtl="0">
              <a:buNone/>
              <a:defRPr sz="1600">
                <a:solidFill>
                  <a:schemeClr val="accent2"/>
                </a:solidFill>
              </a:defRPr>
            </a:lvl7pPr>
            <a:lvl8pPr lvl="7" rtl="0">
              <a:buNone/>
              <a:defRPr sz="1600">
                <a:solidFill>
                  <a:schemeClr val="accent2"/>
                </a:solidFill>
              </a:defRPr>
            </a:lvl8pPr>
            <a:lvl9pPr lvl="8" rtl="0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 flipH="1" rot="10800000">
            <a:off x="223205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-577123" y="764817"/>
            <a:ext cx="1672852" cy="143201"/>
            <a:chOff x="7239530" y="753659"/>
            <a:chExt cx="1672852" cy="143201"/>
          </a:xfrm>
        </p:grpSpPr>
        <p:sp>
          <p:nvSpPr>
            <p:cNvPr id="28" name="Google Shape;28;p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925" y="1152475"/>
            <a:ext cx="748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50">
                <a:solidFill>
                  <a:schemeClr val="lt1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1372963" y="2571175"/>
            <a:ext cx="2743200" cy="3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5027838" y="2571175"/>
            <a:ext cx="2743200" cy="3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1372963" y="2883677"/>
            <a:ext cx="27432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5027838" y="2883677"/>
            <a:ext cx="27432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5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41" name="Google Shape;41;p5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" name="Google Shape;45;p6"/>
          <p:cNvSpPr/>
          <p:nvPr/>
        </p:nvSpPr>
        <p:spPr>
          <a:xfrm>
            <a:off x="223205" y="230151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47" name="Google Shape;47;p6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idx="1" type="body"/>
          </p:nvPr>
        </p:nvSpPr>
        <p:spPr>
          <a:xfrm>
            <a:off x="1053050" y="1406900"/>
            <a:ext cx="4302900" cy="25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400">
                <a:solidFill>
                  <a:schemeClr val="lt1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■"/>
              <a:defRPr>
                <a:solidFill>
                  <a:schemeClr val="lt1"/>
                </a:solidFill>
              </a:defRPr>
            </a:lvl6pPr>
            <a:lvl7pPr indent="-2730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pen Sans"/>
              <a:buChar char="●"/>
              <a:defRPr>
                <a:solidFill>
                  <a:schemeClr val="lt1"/>
                </a:solidFill>
              </a:defRPr>
            </a:lvl7pPr>
            <a:lvl8pPr indent="-2730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pen Sans"/>
              <a:buChar char="○"/>
              <a:defRPr>
                <a:solidFill>
                  <a:schemeClr val="lt1"/>
                </a:solidFill>
              </a:defRPr>
            </a:lvl8pPr>
            <a:lvl9pPr indent="-2667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Open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7"/>
          <p:cNvSpPr/>
          <p:nvPr/>
        </p:nvSpPr>
        <p:spPr>
          <a:xfrm flipH="1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 rot="5400000">
            <a:off x="8131976" y="4241717"/>
            <a:ext cx="1672852" cy="143201"/>
            <a:chOff x="7239530" y="753659"/>
            <a:chExt cx="1672852" cy="143201"/>
          </a:xfrm>
        </p:grpSpPr>
        <p:sp>
          <p:nvSpPr>
            <p:cNvPr id="54" name="Google Shape;54;p7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8"/>
          <p:cNvSpPr/>
          <p:nvPr/>
        </p:nvSpPr>
        <p:spPr>
          <a:xfrm rot="10800000"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2391900" y="1179450"/>
            <a:ext cx="4360200" cy="134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1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391900" y="2678250"/>
            <a:ext cx="4360200" cy="128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9"/>
          <p:cNvSpPr/>
          <p:nvPr/>
        </p:nvSpPr>
        <p:spPr>
          <a:xfrm flipH="1" rot="10800000">
            <a:off x="223205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9"/>
          <p:cNvGrpSpPr/>
          <p:nvPr/>
        </p:nvGrpSpPr>
        <p:grpSpPr>
          <a:xfrm rot="-5400000">
            <a:off x="-577123" y="764817"/>
            <a:ext cx="1672852" cy="143201"/>
            <a:chOff x="7239530" y="753659"/>
            <a:chExt cx="1672852" cy="143201"/>
          </a:xfrm>
        </p:grpSpPr>
        <p:sp>
          <p:nvSpPr>
            <p:cNvPr id="66" name="Google Shape;66;p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 flipH="1" rot="10800000">
            <a:off x="-125" y="0"/>
            <a:ext cx="9144000" cy="5143500"/>
          </a:xfrm>
          <a:prstGeom prst="rect">
            <a:avLst/>
          </a:prstGeom>
          <a:solidFill>
            <a:srgbClr val="426B6A">
              <a:alpha val="42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 txBox="1"/>
          <p:nvPr>
            <p:ph type="title"/>
          </p:nvPr>
        </p:nvSpPr>
        <p:spPr>
          <a:xfrm>
            <a:off x="1541025" y="1943750"/>
            <a:ext cx="6062100" cy="12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/>
        </p:nvSpPr>
        <p:spPr>
          <a:xfrm rot="10800000"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hasCustomPrompt="1" type="title"/>
          </p:nvPr>
        </p:nvSpPr>
        <p:spPr>
          <a:xfrm>
            <a:off x="1284000" y="1754238"/>
            <a:ext cx="6576000" cy="11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/>
          <p:nvPr>
            <p:ph idx="1" type="subTitle"/>
          </p:nvPr>
        </p:nvSpPr>
        <p:spPr>
          <a:xfrm>
            <a:off x="1284000" y="2885550"/>
            <a:ext cx="65760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1"/>
          <p:cNvSpPr/>
          <p:nvPr/>
        </p:nvSpPr>
        <p:spPr>
          <a:xfrm flipH="1" rot="10800000">
            <a:off x="223211" y="230163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1"/>
          <p:cNvGrpSpPr/>
          <p:nvPr/>
        </p:nvGrpSpPr>
        <p:grpSpPr>
          <a:xfrm flipH="1" rot="5400000">
            <a:off x="-577123" y="764951"/>
            <a:ext cx="1672852" cy="143201"/>
            <a:chOff x="7239530" y="753659"/>
            <a:chExt cx="1672852" cy="143201"/>
          </a:xfrm>
        </p:grpSpPr>
        <p:sp>
          <p:nvSpPr>
            <p:cNvPr id="78" name="Google Shape;78;p11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13"/>
          <p:cNvSpPr/>
          <p:nvPr/>
        </p:nvSpPr>
        <p:spPr>
          <a:xfrm flipH="1">
            <a:off x="228617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3"/>
          <p:cNvGrpSpPr/>
          <p:nvPr/>
        </p:nvGrpSpPr>
        <p:grpSpPr>
          <a:xfrm flipH="1" rot="-5400000">
            <a:off x="8018174" y="4241717"/>
            <a:ext cx="1672852" cy="143201"/>
            <a:chOff x="7239530" y="753659"/>
            <a:chExt cx="1672852" cy="143201"/>
          </a:xfrm>
        </p:grpSpPr>
        <p:sp>
          <p:nvSpPr>
            <p:cNvPr id="85" name="Google Shape;85;p1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0" name="Google Shape;90;p14"/>
          <p:cNvGrpSpPr/>
          <p:nvPr/>
        </p:nvGrpSpPr>
        <p:grpSpPr>
          <a:xfrm flipH="1" rot="5400000">
            <a:off x="-577123" y="764951"/>
            <a:ext cx="1672852" cy="143201"/>
            <a:chOff x="7239530" y="753659"/>
            <a:chExt cx="1672852" cy="143201"/>
          </a:xfrm>
        </p:grpSpPr>
        <p:sp>
          <p:nvSpPr>
            <p:cNvPr id="91" name="Google Shape;91;p14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14"/>
          <p:cNvSpPr/>
          <p:nvPr/>
        </p:nvSpPr>
        <p:spPr>
          <a:xfrm flipH="1" rot="10800000">
            <a:off x="223205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978961" y="1412350"/>
            <a:ext cx="518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2" type="subTitle"/>
          </p:nvPr>
        </p:nvSpPr>
        <p:spPr>
          <a:xfrm>
            <a:off x="1978961" y="2870675"/>
            <a:ext cx="518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3" type="subTitle"/>
          </p:nvPr>
        </p:nvSpPr>
        <p:spPr>
          <a:xfrm>
            <a:off x="1978939" y="1869550"/>
            <a:ext cx="51861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4" type="subTitle"/>
          </p:nvPr>
        </p:nvSpPr>
        <p:spPr>
          <a:xfrm>
            <a:off x="1978939" y="3327875"/>
            <a:ext cx="51861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1360500" y="2513000"/>
            <a:ext cx="64230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6"/>
          <p:cNvSpPr txBox="1"/>
          <p:nvPr>
            <p:ph hasCustomPrompt="1" idx="2" type="title"/>
          </p:nvPr>
        </p:nvSpPr>
        <p:spPr>
          <a:xfrm>
            <a:off x="3657600" y="1269375"/>
            <a:ext cx="1828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1360500" y="3427400"/>
            <a:ext cx="6423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834269" y="1601563"/>
            <a:ext cx="3677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7"/>
          <p:cNvSpPr txBox="1"/>
          <p:nvPr>
            <p:ph hasCustomPrompt="1" idx="2" type="title"/>
          </p:nvPr>
        </p:nvSpPr>
        <p:spPr>
          <a:xfrm>
            <a:off x="5747400" y="1834950"/>
            <a:ext cx="1406700" cy="10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1834269" y="2515963"/>
            <a:ext cx="36774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7"/>
          <p:cNvSpPr/>
          <p:nvPr/>
        </p:nvSpPr>
        <p:spPr>
          <a:xfrm rot="10800000"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797416" y="1361775"/>
            <a:ext cx="24690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18"/>
          <p:cNvSpPr txBox="1"/>
          <p:nvPr>
            <p:ph hasCustomPrompt="1" idx="2" type="title"/>
          </p:nvPr>
        </p:nvSpPr>
        <p:spPr>
          <a:xfrm>
            <a:off x="969400" y="1593369"/>
            <a:ext cx="633600" cy="70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1797416" y="1891900"/>
            <a:ext cx="2469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3" type="title"/>
          </p:nvPr>
        </p:nvSpPr>
        <p:spPr>
          <a:xfrm>
            <a:off x="1797416" y="2972205"/>
            <a:ext cx="24723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p18"/>
          <p:cNvSpPr txBox="1"/>
          <p:nvPr>
            <p:ph hasCustomPrompt="1" idx="4" type="title"/>
          </p:nvPr>
        </p:nvSpPr>
        <p:spPr>
          <a:xfrm>
            <a:off x="969400" y="3201113"/>
            <a:ext cx="633600" cy="70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1797416" y="3499900"/>
            <a:ext cx="247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6" type="title"/>
          </p:nvPr>
        </p:nvSpPr>
        <p:spPr>
          <a:xfrm>
            <a:off x="5768000" y="1359358"/>
            <a:ext cx="24723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18"/>
          <p:cNvSpPr txBox="1"/>
          <p:nvPr>
            <p:ph hasCustomPrompt="1" idx="7" type="title"/>
          </p:nvPr>
        </p:nvSpPr>
        <p:spPr>
          <a:xfrm>
            <a:off x="4931800" y="1593369"/>
            <a:ext cx="633600" cy="70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8"/>
          <p:cNvSpPr txBox="1"/>
          <p:nvPr>
            <p:ph idx="8" type="subTitle"/>
          </p:nvPr>
        </p:nvSpPr>
        <p:spPr>
          <a:xfrm>
            <a:off x="5768000" y="1889487"/>
            <a:ext cx="247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9" type="title"/>
          </p:nvPr>
        </p:nvSpPr>
        <p:spPr>
          <a:xfrm>
            <a:off x="5768000" y="2972205"/>
            <a:ext cx="24723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18"/>
          <p:cNvSpPr txBox="1"/>
          <p:nvPr>
            <p:ph hasCustomPrompt="1" idx="13" type="title"/>
          </p:nvPr>
        </p:nvSpPr>
        <p:spPr>
          <a:xfrm>
            <a:off x="4931800" y="3201113"/>
            <a:ext cx="633600" cy="70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/>
          <p:nvPr>
            <p:ph idx="14" type="subTitle"/>
          </p:nvPr>
        </p:nvSpPr>
        <p:spPr>
          <a:xfrm>
            <a:off x="5768000" y="3499900"/>
            <a:ext cx="247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5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1733811" y="3382675"/>
            <a:ext cx="5676300" cy="53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1733775" y="1076525"/>
            <a:ext cx="56763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9"/>
          <p:cNvSpPr/>
          <p:nvPr/>
        </p:nvSpPr>
        <p:spPr>
          <a:xfrm flipH="1" rot="10800000">
            <a:off x="223136" y="230155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 flipH="1" rot="5400000">
            <a:off x="-577123" y="764951"/>
            <a:ext cx="1672852" cy="143201"/>
            <a:chOff x="7239530" y="753659"/>
            <a:chExt cx="1672852" cy="143201"/>
          </a:xfrm>
        </p:grpSpPr>
        <p:sp>
          <p:nvSpPr>
            <p:cNvPr id="135" name="Google Shape;135;p1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1416613" y="1977525"/>
            <a:ext cx="3017400" cy="16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/>
        </p:nvSpPr>
        <p:spPr>
          <a:xfrm>
            <a:off x="223211" y="230163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20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142" name="Google Shape;142;p20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1969100" y="2988163"/>
            <a:ext cx="52059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7" name="Google Shape;147;p21"/>
          <p:cNvSpPr/>
          <p:nvPr/>
        </p:nvSpPr>
        <p:spPr>
          <a:xfrm flipH="1"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988025" y="1997050"/>
            <a:ext cx="3076500" cy="13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51" name="Google Shape;151;p22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152" name="Google Shape;152;p2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2"/>
          <p:cNvSpPr/>
          <p:nvPr/>
        </p:nvSpPr>
        <p:spPr>
          <a:xfrm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" type="subTitle"/>
          </p:nvPr>
        </p:nvSpPr>
        <p:spPr>
          <a:xfrm>
            <a:off x="5171600" y="1997050"/>
            <a:ext cx="3076500" cy="13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23"/>
          <p:cNvSpPr/>
          <p:nvPr/>
        </p:nvSpPr>
        <p:spPr>
          <a:xfrm flipH="1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23"/>
          <p:cNvGrpSpPr/>
          <p:nvPr/>
        </p:nvGrpSpPr>
        <p:grpSpPr>
          <a:xfrm flipH="1" rot="-5400000">
            <a:off x="8094374" y="4241717"/>
            <a:ext cx="1672852" cy="143201"/>
            <a:chOff x="7239530" y="753659"/>
            <a:chExt cx="1672852" cy="143201"/>
          </a:xfrm>
        </p:grpSpPr>
        <p:sp>
          <p:nvSpPr>
            <p:cNvPr id="160" name="Google Shape;160;p2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4" name="Google Shape;164;p24"/>
          <p:cNvGrpSpPr/>
          <p:nvPr/>
        </p:nvGrpSpPr>
        <p:grpSpPr>
          <a:xfrm flipH="1" rot="-5400000">
            <a:off x="8094374" y="4241717"/>
            <a:ext cx="1672852" cy="143201"/>
            <a:chOff x="7239530" y="753659"/>
            <a:chExt cx="1672852" cy="143201"/>
          </a:xfrm>
        </p:grpSpPr>
        <p:sp>
          <p:nvSpPr>
            <p:cNvPr id="165" name="Google Shape;165;p24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4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24"/>
          <p:cNvSpPr/>
          <p:nvPr/>
        </p:nvSpPr>
        <p:spPr>
          <a:xfrm flipH="1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250">
                <a:solidFill>
                  <a:schemeClr val="lt1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250">
                <a:solidFill>
                  <a:schemeClr val="lt1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72" name="Google Shape;172;p25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173" name="Google Shape;173;p25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5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5"/>
          <p:cNvSpPr/>
          <p:nvPr/>
        </p:nvSpPr>
        <p:spPr>
          <a:xfrm>
            <a:off x="223211" y="230163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1247877" y="2362200"/>
            <a:ext cx="1970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8" name="Google Shape;178;p26"/>
          <p:cNvSpPr txBox="1"/>
          <p:nvPr>
            <p:ph idx="1" type="subTitle"/>
          </p:nvPr>
        </p:nvSpPr>
        <p:spPr>
          <a:xfrm>
            <a:off x="1247877" y="2819400"/>
            <a:ext cx="1970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2" type="title"/>
          </p:nvPr>
        </p:nvSpPr>
        <p:spPr>
          <a:xfrm>
            <a:off x="3663150" y="2362200"/>
            <a:ext cx="1970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0" name="Google Shape;180;p26"/>
          <p:cNvSpPr txBox="1"/>
          <p:nvPr>
            <p:ph idx="3" type="subTitle"/>
          </p:nvPr>
        </p:nvSpPr>
        <p:spPr>
          <a:xfrm>
            <a:off x="3663150" y="2819400"/>
            <a:ext cx="1970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6"/>
          <p:cNvSpPr txBox="1"/>
          <p:nvPr>
            <p:ph idx="4" type="title"/>
          </p:nvPr>
        </p:nvSpPr>
        <p:spPr>
          <a:xfrm>
            <a:off x="6078423" y="2362200"/>
            <a:ext cx="1970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6078423" y="2819400"/>
            <a:ext cx="1970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6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" name="Google Shape;184;p26"/>
          <p:cNvSpPr/>
          <p:nvPr/>
        </p:nvSpPr>
        <p:spPr>
          <a:xfrm>
            <a:off x="223297" y="228611"/>
            <a:ext cx="8697406" cy="4683406"/>
          </a:xfrm>
          <a:custGeom>
            <a:rect b="b" l="l" r="r" t="t"/>
            <a:pathLst>
              <a:path extrusionOk="0" fill="none" h="101664" w="188797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5608100" y="1382175"/>
            <a:ext cx="2428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5608100" y="1656076"/>
            <a:ext cx="2428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2" type="title"/>
          </p:nvPr>
        </p:nvSpPr>
        <p:spPr>
          <a:xfrm>
            <a:off x="5608100" y="3413772"/>
            <a:ext cx="2428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9" name="Google Shape;189;p27"/>
          <p:cNvSpPr txBox="1"/>
          <p:nvPr>
            <p:ph idx="3" type="subTitle"/>
          </p:nvPr>
        </p:nvSpPr>
        <p:spPr>
          <a:xfrm>
            <a:off x="5608100" y="3687673"/>
            <a:ext cx="2428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7"/>
          <p:cNvSpPr txBox="1"/>
          <p:nvPr>
            <p:ph idx="4" type="title"/>
          </p:nvPr>
        </p:nvSpPr>
        <p:spPr>
          <a:xfrm>
            <a:off x="5608100" y="2397967"/>
            <a:ext cx="2428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1" name="Google Shape;191;p27"/>
          <p:cNvSpPr txBox="1"/>
          <p:nvPr>
            <p:ph idx="5" type="subTitle"/>
          </p:nvPr>
        </p:nvSpPr>
        <p:spPr>
          <a:xfrm>
            <a:off x="5608100" y="2671868"/>
            <a:ext cx="2428800" cy="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6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3" name="Google Shape;193;p27"/>
          <p:cNvGrpSpPr/>
          <p:nvPr/>
        </p:nvGrpSpPr>
        <p:grpSpPr>
          <a:xfrm flipH="1" rot="5400000">
            <a:off x="-577123" y="764951"/>
            <a:ext cx="1672852" cy="143201"/>
            <a:chOff x="7239530" y="753659"/>
            <a:chExt cx="1672852" cy="143201"/>
          </a:xfrm>
        </p:grpSpPr>
        <p:sp>
          <p:nvSpPr>
            <p:cNvPr id="194" name="Google Shape;194;p27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7"/>
          <p:cNvSpPr/>
          <p:nvPr/>
        </p:nvSpPr>
        <p:spPr>
          <a:xfrm flipH="1" rot="10800000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2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1420225" y="1535875"/>
            <a:ext cx="6303600" cy="3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1420225" y="1891778"/>
            <a:ext cx="6303600" cy="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2" type="title"/>
          </p:nvPr>
        </p:nvSpPr>
        <p:spPr>
          <a:xfrm>
            <a:off x="1420225" y="2510691"/>
            <a:ext cx="6303600" cy="3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1" name="Google Shape;201;p28"/>
          <p:cNvSpPr txBox="1"/>
          <p:nvPr>
            <p:ph idx="3" type="subTitle"/>
          </p:nvPr>
        </p:nvSpPr>
        <p:spPr>
          <a:xfrm>
            <a:off x="1420225" y="2866600"/>
            <a:ext cx="6303600" cy="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4" type="title"/>
          </p:nvPr>
        </p:nvSpPr>
        <p:spPr>
          <a:xfrm>
            <a:off x="1420225" y="3485507"/>
            <a:ext cx="6303600" cy="3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3" name="Google Shape;203;p28"/>
          <p:cNvSpPr txBox="1"/>
          <p:nvPr>
            <p:ph idx="5" type="subTitle"/>
          </p:nvPr>
        </p:nvSpPr>
        <p:spPr>
          <a:xfrm>
            <a:off x="1420225" y="3841422"/>
            <a:ext cx="6303600" cy="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6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1218149" y="1529925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7" name="Google Shape;207;p29"/>
          <p:cNvSpPr txBox="1"/>
          <p:nvPr>
            <p:ph idx="1" type="subTitle"/>
          </p:nvPr>
        </p:nvSpPr>
        <p:spPr>
          <a:xfrm>
            <a:off x="1218149" y="1987125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2" type="title"/>
          </p:nvPr>
        </p:nvSpPr>
        <p:spPr>
          <a:xfrm>
            <a:off x="4889551" y="1529925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9" name="Google Shape;209;p29"/>
          <p:cNvSpPr txBox="1"/>
          <p:nvPr>
            <p:ph idx="3" type="subTitle"/>
          </p:nvPr>
        </p:nvSpPr>
        <p:spPr>
          <a:xfrm>
            <a:off x="4889551" y="1987125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4" type="title"/>
          </p:nvPr>
        </p:nvSpPr>
        <p:spPr>
          <a:xfrm>
            <a:off x="1218149" y="2869500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1" name="Google Shape;211;p29"/>
          <p:cNvSpPr txBox="1"/>
          <p:nvPr>
            <p:ph idx="5" type="subTitle"/>
          </p:nvPr>
        </p:nvSpPr>
        <p:spPr>
          <a:xfrm>
            <a:off x="1218149" y="3326700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9"/>
          <p:cNvSpPr txBox="1"/>
          <p:nvPr>
            <p:ph idx="6" type="title"/>
          </p:nvPr>
        </p:nvSpPr>
        <p:spPr>
          <a:xfrm>
            <a:off x="4889551" y="2869500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3" name="Google Shape;213;p29"/>
          <p:cNvSpPr txBox="1"/>
          <p:nvPr>
            <p:ph idx="7" type="subTitle"/>
          </p:nvPr>
        </p:nvSpPr>
        <p:spPr>
          <a:xfrm>
            <a:off x="4889551" y="3326700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8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29"/>
          <p:cNvSpPr/>
          <p:nvPr/>
        </p:nvSpPr>
        <p:spPr>
          <a:xfrm>
            <a:off x="223205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" name="Google Shape;216;p29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217" name="Google Shape;217;p2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1006509" y="1504950"/>
            <a:ext cx="2382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1" name="Google Shape;221;p30"/>
          <p:cNvSpPr txBox="1"/>
          <p:nvPr>
            <p:ph idx="1" type="subTitle"/>
          </p:nvPr>
        </p:nvSpPr>
        <p:spPr>
          <a:xfrm>
            <a:off x="1006509" y="1962150"/>
            <a:ext cx="2382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0"/>
          <p:cNvSpPr txBox="1"/>
          <p:nvPr>
            <p:ph idx="2" type="title"/>
          </p:nvPr>
        </p:nvSpPr>
        <p:spPr>
          <a:xfrm>
            <a:off x="5754891" y="2975700"/>
            <a:ext cx="2382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3" name="Google Shape;223;p30"/>
          <p:cNvSpPr txBox="1"/>
          <p:nvPr>
            <p:ph idx="3" type="subTitle"/>
          </p:nvPr>
        </p:nvSpPr>
        <p:spPr>
          <a:xfrm>
            <a:off x="5754884" y="3432900"/>
            <a:ext cx="2382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4" type="title"/>
          </p:nvPr>
        </p:nvSpPr>
        <p:spPr>
          <a:xfrm>
            <a:off x="1006511" y="2975700"/>
            <a:ext cx="2382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5" name="Google Shape;225;p30"/>
          <p:cNvSpPr txBox="1"/>
          <p:nvPr>
            <p:ph idx="5" type="subTitle"/>
          </p:nvPr>
        </p:nvSpPr>
        <p:spPr>
          <a:xfrm>
            <a:off x="1006507" y="3432900"/>
            <a:ext cx="2382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6" type="title"/>
          </p:nvPr>
        </p:nvSpPr>
        <p:spPr>
          <a:xfrm>
            <a:off x="5754893" y="1504950"/>
            <a:ext cx="2382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7" name="Google Shape;227;p30"/>
          <p:cNvSpPr txBox="1"/>
          <p:nvPr>
            <p:ph idx="7" type="subTitle"/>
          </p:nvPr>
        </p:nvSpPr>
        <p:spPr>
          <a:xfrm>
            <a:off x="5754882" y="1962150"/>
            <a:ext cx="2382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8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 flipH="1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30"/>
          <p:cNvGrpSpPr/>
          <p:nvPr/>
        </p:nvGrpSpPr>
        <p:grpSpPr>
          <a:xfrm rot="5400000">
            <a:off x="8131976" y="4241717"/>
            <a:ext cx="1672852" cy="143201"/>
            <a:chOff x="7239530" y="753659"/>
            <a:chExt cx="1672852" cy="143201"/>
          </a:xfrm>
        </p:grpSpPr>
        <p:sp>
          <p:nvSpPr>
            <p:cNvPr id="231" name="Google Shape;231;p30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0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1769415" y="1215783"/>
            <a:ext cx="263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31"/>
          <p:cNvSpPr txBox="1"/>
          <p:nvPr>
            <p:ph idx="1" type="subTitle"/>
          </p:nvPr>
        </p:nvSpPr>
        <p:spPr>
          <a:xfrm>
            <a:off x="1769415" y="1672983"/>
            <a:ext cx="2636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1"/>
          <p:cNvSpPr txBox="1"/>
          <p:nvPr>
            <p:ph idx="2" type="title"/>
          </p:nvPr>
        </p:nvSpPr>
        <p:spPr>
          <a:xfrm>
            <a:off x="5503192" y="3257383"/>
            <a:ext cx="263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7" name="Google Shape;237;p31"/>
          <p:cNvSpPr txBox="1"/>
          <p:nvPr>
            <p:ph idx="3" type="subTitle"/>
          </p:nvPr>
        </p:nvSpPr>
        <p:spPr>
          <a:xfrm>
            <a:off x="5503192" y="3714583"/>
            <a:ext cx="2636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4" type="title"/>
          </p:nvPr>
        </p:nvSpPr>
        <p:spPr>
          <a:xfrm>
            <a:off x="1769415" y="2231848"/>
            <a:ext cx="263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9" name="Google Shape;239;p31"/>
          <p:cNvSpPr txBox="1"/>
          <p:nvPr>
            <p:ph idx="5" type="subTitle"/>
          </p:nvPr>
        </p:nvSpPr>
        <p:spPr>
          <a:xfrm>
            <a:off x="1769415" y="2689048"/>
            <a:ext cx="2636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6" type="title"/>
          </p:nvPr>
        </p:nvSpPr>
        <p:spPr>
          <a:xfrm>
            <a:off x="1769415" y="3257383"/>
            <a:ext cx="263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31"/>
          <p:cNvSpPr txBox="1"/>
          <p:nvPr>
            <p:ph idx="7" type="subTitle"/>
          </p:nvPr>
        </p:nvSpPr>
        <p:spPr>
          <a:xfrm>
            <a:off x="1769415" y="3714583"/>
            <a:ext cx="2636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8" type="title"/>
          </p:nvPr>
        </p:nvSpPr>
        <p:spPr>
          <a:xfrm>
            <a:off x="5503192" y="1215783"/>
            <a:ext cx="263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31"/>
          <p:cNvSpPr txBox="1"/>
          <p:nvPr>
            <p:ph idx="9" type="subTitle"/>
          </p:nvPr>
        </p:nvSpPr>
        <p:spPr>
          <a:xfrm>
            <a:off x="5503192" y="1672983"/>
            <a:ext cx="2636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13" type="title"/>
          </p:nvPr>
        </p:nvSpPr>
        <p:spPr>
          <a:xfrm>
            <a:off x="5503192" y="2231848"/>
            <a:ext cx="2636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5" name="Google Shape;245;p31"/>
          <p:cNvSpPr txBox="1"/>
          <p:nvPr>
            <p:ph idx="14" type="subTitle"/>
          </p:nvPr>
        </p:nvSpPr>
        <p:spPr>
          <a:xfrm>
            <a:off x="5503192" y="2689048"/>
            <a:ext cx="2636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15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hasCustomPrompt="1" type="title"/>
          </p:nvPr>
        </p:nvSpPr>
        <p:spPr>
          <a:xfrm>
            <a:off x="1104900" y="1047723"/>
            <a:ext cx="4114800" cy="59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1104900" y="1714171"/>
            <a:ext cx="4114800" cy="1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0" name="Google Shape;250;p32"/>
          <p:cNvSpPr txBox="1"/>
          <p:nvPr>
            <p:ph hasCustomPrompt="1" idx="2" type="title"/>
          </p:nvPr>
        </p:nvSpPr>
        <p:spPr>
          <a:xfrm>
            <a:off x="2514600" y="2255126"/>
            <a:ext cx="4114800" cy="59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1" name="Google Shape;251;p32"/>
          <p:cNvSpPr txBox="1"/>
          <p:nvPr>
            <p:ph idx="3" type="subTitle"/>
          </p:nvPr>
        </p:nvSpPr>
        <p:spPr>
          <a:xfrm>
            <a:off x="2514600" y="2921574"/>
            <a:ext cx="4114800" cy="1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2" name="Google Shape;252;p32"/>
          <p:cNvSpPr txBox="1"/>
          <p:nvPr>
            <p:ph hasCustomPrompt="1" idx="4" type="title"/>
          </p:nvPr>
        </p:nvSpPr>
        <p:spPr>
          <a:xfrm>
            <a:off x="3924300" y="3462529"/>
            <a:ext cx="4114800" cy="59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3" name="Google Shape;253;p32"/>
          <p:cNvSpPr txBox="1"/>
          <p:nvPr>
            <p:ph idx="5" type="subTitle"/>
          </p:nvPr>
        </p:nvSpPr>
        <p:spPr>
          <a:xfrm>
            <a:off x="3924300" y="4128978"/>
            <a:ext cx="4114800" cy="1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4" name="Google Shape;254;p32"/>
          <p:cNvSpPr/>
          <p:nvPr/>
        </p:nvSpPr>
        <p:spPr>
          <a:xfrm flipH="1" rot="10800000">
            <a:off x="223211" y="230163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32"/>
          <p:cNvGrpSpPr/>
          <p:nvPr/>
        </p:nvGrpSpPr>
        <p:grpSpPr>
          <a:xfrm flipH="1" rot="5400000">
            <a:off x="-577123" y="764951"/>
            <a:ext cx="1672852" cy="143201"/>
            <a:chOff x="7239530" y="753659"/>
            <a:chExt cx="1672852" cy="143201"/>
          </a:xfrm>
        </p:grpSpPr>
        <p:sp>
          <p:nvSpPr>
            <p:cNvPr id="256" name="Google Shape;256;p3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hasCustomPrompt="1" type="title"/>
          </p:nvPr>
        </p:nvSpPr>
        <p:spPr>
          <a:xfrm>
            <a:off x="1401000" y="1791925"/>
            <a:ext cx="1082400" cy="4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60" name="Google Shape;260;p33"/>
          <p:cNvSpPr txBox="1"/>
          <p:nvPr>
            <p:ph idx="1" type="subTitle"/>
          </p:nvPr>
        </p:nvSpPr>
        <p:spPr>
          <a:xfrm>
            <a:off x="1091106" y="3303287"/>
            <a:ext cx="1702200" cy="8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hasCustomPrompt="1" idx="2" type="title"/>
          </p:nvPr>
        </p:nvSpPr>
        <p:spPr>
          <a:xfrm>
            <a:off x="4036825" y="1791925"/>
            <a:ext cx="1070400" cy="4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62" name="Google Shape;262;p33"/>
          <p:cNvSpPr txBox="1"/>
          <p:nvPr>
            <p:ph idx="3" type="subTitle"/>
          </p:nvPr>
        </p:nvSpPr>
        <p:spPr>
          <a:xfrm>
            <a:off x="3720925" y="3303250"/>
            <a:ext cx="1702200" cy="8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hasCustomPrompt="1" idx="4" type="title"/>
          </p:nvPr>
        </p:nvSpPr>
        <p:spPr>
          <a:xfrm>
            <a:off x="6660600" y="1791925"/>
            <a:ext cx="1082400" cy="4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64" name="Google Shape;264;p33"/>
          <p:cNvSpPr txBox="1"/>
          <p:nvPr>
            <p:ph idx="5" type="subTitle"/>
          </p:nvPr>
        </p:nvSpPr>
        <p:spPr>
          <a:xfrm>
            <a:off x="6350694" y="3303250"/>
            <a:ext cx="1702200" cy="8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6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6" name="Google Shape;266;p33"/>
          <p:cNvSpPr txBox="1"/>
          <p:nvPr>
            <p:ph idx="7" type="title"/>
          </p:nvPr>
        </p:nvSpPr>
        <p:spPr>
          <a:xfrm>
            <a:off x="1091106" y="2846050"/>
            <a:ext cx="1702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7" name="Google Shape;267;p33"/>
          <p:cNvSpPr txBox="1"/>
          <p:nvPr>
            <p:ph idx="8" type="title"/>
          </p:nvPr>
        </p:nvSpPr>
        <p:spPr>
          <a:xfrm>
            <a:off x="3720925" y="2846050"/>
            <a:ext cx="1702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8" name="Google Shape;268;p33"/>
          <p:cNvSpPr txBox="1"/>
          <p:nvPr>
            <p:ph idx="9" type="title"/>
          </p:nvPr>
        </p:nvSpPr>
        <p:spPr>
          <a:xfrm>
            <a:off x="6350694" y="2846050"/>
            <a:ext cx="1702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269" name="Google Shape;269;p33"/>
          <p:cNvGrpSpPr/>
          <p:nvPr/>
        </p:nvGrpSpPr>
        <p:grpSpPr>
          <a:xfrm flipH="1" rot="-5400000">
            <a:off x="8094374" y="4241717"/>
            <a:ext cx="1672852" cy="143201"/>
            <a:chOff x="7239530" y="753659"/>
            <a:chExt cx="1672852" cy="143201"/>
          </a:xfrm>
        </p:grpSpPr>
        <p:sp>
          <p:nvSpPr>
            <p:cNvPr id="270" name="Google Shape;270;p3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33"/>
          <p:cNvSpPr/>
          <p:nvPr/>
        </p:nvSpPr>
        <p:spPr>
          <a:xfrm flipH="1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LANK_1_1_1_1_1_1_3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hasCustomPrompt="1" type="title"/>
          </p:nvPr>
        </p:nvSpPr>
        <p:spPr>
          <a:xfrm>
            <a:off x="6579249" y="1872826"/>
            <a:ext cx="1620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5" name="Google Shape;275;p34"/>
          <p:cNvSpPr txBox="1"/>
          <p:nvPr>
            <p:ph idx="1" type="subTitle"/>
          </p:nvPr>
        </p:nvSpPr>
        <p:spPr>
          <a:xfrm>
            <a:off x="944450" y="1872826"/>
            <a:ext cx="22860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4"/>
          <p:cNvSpPr txBox="1"/>
          <p:nvPr>
            <p:ph hasCustomPrompt="1" idx="2" type="title"/>
          </p:nvPr>
        </p:nvSpPr>
        <p:spPr>
          <a:xfrm>
            <a:off x="6579249" y="3310824"/>
            <a:ext cx="1620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7" name="Google Shape;277;p34"/>
          <p:cNvSpPr txBox="1"/>
          <p:nvPr>
            <p:ph idx="3" type="subTitle"/>
          </p:nvPr>
        </p:nvSpPr>
        <p:spPr>
          <a:xfrm>
            <a:off x="944450" y="3310824"/>
            <a:ext cx="22860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4"/>
          <p:cNvSpPr txBox="1"/>
          <p:nvPr>
            <p:ph idx="4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5" type="title"/>
          </p:nvPr>
        </p:nvSpPr>
        <p:spPr>
          <a:xfrm>
            <a:off x="944451" y="1399701"/>
            <a:ext cx="2286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0" name="Google Shape;280;p34"/>
          <p:cNvSpPr txBox="1"/>
          <p:nvPr>
            <p:ph idx="6" type="title"/>
          </p:nvPr>
        </p:nvSpPr>
        <p:spPr>
          <a:xfrm>
            <a:off x="944451" y="2833004"/>
            <a:ext cx="2286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" name="Google Shape;281;p34"/>
          <p:cNvSpPr/>
          <p:nvPr/>
        </p:nvSpPr>
        <p:spPr>
          <a:xfrm>
            <a:off x="223211" y="230163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34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283" name="Google Shape;283;p34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ctrTitle"/>
          </p:nvPr>
        </p:nvSpPr>
        <p:spPr>
          <a:xfrm>
            <a:off x="2425050" y="720900"/>
            <a:ext cx="42939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7" name="Google Shape;287;p35"/>
          <p:cNvSpPr txBox="1"/>
          <p:nvPr>
            <p:ph idx="1" type="subTitle"/>
          </p:nvPr>
        </p:nvSpPr>
        <p:spPr>
          <a:xfrm>
            <a:off x="2425050" y="1718700"/>
            <a:ext cx="42939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35"/>
          <p:cNvSpPr txBox="1"/>
          <p:nvPr/>
        </p:nvSpPr>
        <p:spPr>
          <a:xfrm>
            <a:off x="2042100" y="3872100"/>
            <a:ext cx="505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, and includes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,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223211" y="230163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" name="Google Shape;290;p35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291" name="Google Shape;291;p35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/>
          <p:nvPr/>
        </p:nvSpPr>
        <p:spPr>
          <a:xfrm flipH="1" rot="10800000"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36"/>
          <p:cNvGrpSpPr/>
          <p:nvPr/>
        </p:nvGrpSpPr>
        <p:grpSpPr>
          <a:xfrm flipH="1" rot="5400000">
            <a:off x="-577123" y="764951"/>
            <a:ext cx="1672852" cy="143201"/>
            <a:chOff x="7239530" y="753659"/>
            <a:chExt cx="1672852" cy="143201"/>
          </a:xfrm>
        </p:grpSpPr>
        <p:sp>
          <p:nvSpPr>
            <p:cNvPr id="296" name="Google Shape;296;p36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6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/>
          <p:nvPr/>
        </p:nvSpPr>
        <p:spPr>
          <a:xfrm>
            <a:off x="228611" y="228726"/>
            <a:ext cx="8697590" cy="4683176"/>
          </a:xfrm>
          <a:custGeom>
            <a:rect b="b" l="l" r="r" t="t"/>
            <a:pathLst>
              <a:path extrusionOk="0" fill="none" h="101659" w="188801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4153"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37"/>
          <p:cNvGrpSpPr/>
          <p:nvPr/>
        </p:nvGrpSpPr>
        <p:grpSpPr>
          <a:xfrm rot="5400000">
            <a:off x="-577123" y="4241717"/>
            <a:ext cx="1672852" cy="143201"/>
            <a:chOff x="7239530" y="753659"/>
            <a:chExt cx="1672852" cy="143201"/>
          </a:xfrm>
        </p:grpSpPr>
        <p:sp>
          <p:nvSpPr>
            <p:cNvPr id="301" name="Google Shape;301;p37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r">
              <a:buNone/>
              <a:defRPr sz="13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ctrTitle"/>
          </p:nvPr>
        </p:nvSpPr>
        <p:spPr>
          <a:xfrm>
            <a:off x="1133300" y="1036963"/>
            <a:ext cx="6469500" cy="19581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Arduino radar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8" name="Google Shape;308;p38"/>
          <p:cNvSpPr txBox="1"/>
          <p:nvPr>
            <p:ph idx="1" type="subTitle"/>
          </p:nvPr>
        </p:nvSpPr>
        <p:spPr>
          <a:xfrm>
            <a:off x="1133300" y="3306875"/>
            <a:ext cx="6385200" cy="924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Szabó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IV.D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Programovanie digitálnych technológií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Konzultant: Ing. Dominik Zatkalík, PhD., Ing.Paed.IGIP</a:t>
            </a:r>
            <a:endParaRPr/>
          </a:p>
        </p:txBody>
      </p:sp>
      <p:sp>
        <p:nvSpPr>
          <p:cNvPr id="309" name="Google Shape;309;p38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8"/>
          <p:cNvSpPr/>
          <p:nvPr/>
        </p:nvSpPr>
        <p:spPr>
          <a:xfrm>
            <a:off x="6544825" y="4438425"/>
            <a:ext cx="1071300" cy="170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1917300" y="1314750"/>
            <a:ext cx="5309400" cy="25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Ciele projektu ........................3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Použité technológie ...................4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Hardvérové komponenty .................5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Zapojenie .............................6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Funkcie aplikácie .....................7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Kľúčové riešenia ......................8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Dizajn aplikácie .....................13</a:t>
            </a:r>
            <a:endParaRPr b="1"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Záver ................................14</a:t>
            </a:r>
            <a:endParaRPr b="1" sz="2000"/>
          </a:p>
        </p:txBody>
      </p:sp>
      <p:sp>
        <p:nvSpPr>
          <p:cNvPr id="317" name="Google Shape;317;p39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Obsah prezentácie</a:t>
            </a:r>
            <a:endParaRPr/>
          </a:p>
        </p:txBody>
      </p:sp>
      <p:grpSp>
        <p:nvGrpSpPr>
          <p:cNvPr id="318" name="Google Shape;318;p39"/>
          <p:cNvGrpSpPr/>
          <p:nvPr/>
        </p:nvGrpSpPr>
        <p:grpSpPr>
          <a:xfrm flipH="1">
            <a:off x="243549" y="3925412"/>
            <a:ext cx="2125029" cy="403038"/>
            <a:chOff x="6787353" y="621971"/>
            <a:chExt cx="2125029" cy="403038"/>
          </a:xfrm>
        </p:grpSpPr>
        <p:sp>
          <p:nvSpPr>
            <p:cNvPr id="319" name="Google Shape;319;p39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9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9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9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39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1218149" y="1529925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Detekcia</a:t>
            </a:r>
            <a:endParaRPr/>
          </a:p>
        </p:txBody>
      </p:sp>
      <p:sp>
        <p:nvSpPr>
          <p:cNvPr id="332" name="Google Shape;332;p40"/>
          <p:cNvSpPr txBox="1"/>
          <p:nvPr>
            <p:ph idx="1" type="subTitle"/>
          </p:nvPr>
        </p:nvSpPr>
        <p:spPr>
          <a:xfrm>
            <a:off x="1218149" y="1987125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Detekcia objektov v reálnom čase</a:t>
            </a:r>
            <a:endParaRPr/>
          </a:p>
        </p:txBody>
      </p:sp>
      <p:sp>
        <p:nvSpPr>
          <p:cNvPr id="333" name="Google Shape;333;p40"/>
          <p:cNvSpPr txBox="1"/>
          <p:nvPr>
            <p:ph idx="2" type="title"/>
          </p:nvPr>
        </p:nvSpPr>
        <p:spPr>
          <a:xfrm>
            <a:off x="4889551" y="1529925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Intuitívnosť</a:t>
            </a:r>
            <a:endParaRPr/>
          </a:p>
        </p:txBody>
      </p:sp>
      <p:sp>
        <p:nvSpPr>
          <p:cNvPr id="334" name="Google Shape;334;p40"/>
          <p:cNvSpPr txBox="1"/>
          <p:nvPr>
            <p:ph idx="3" type="subTitle"/>
          </p:nvPr>
        </p:nvSpPr>
        <p:spPr>
          <a:xfrm>
            <a:off x="4889551" y="1987125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Užívateľsky prívetivé rozhranie a zapojenie</a:t>
            </a:r>
            <a:endParaRPr/>
          </a:p>
        </p:txBody>
      </p:sp>
      <p:sp>
        <p:nvSpPr>
          <p:cNvPr id="335" name="Google Shape;335;p40"/>
          <p:cNvSpPr txBox="1"/>
          <p:nvPr>
            <p:ph idx="4" type="title"/>
          </p:nvPr>
        </p:nvSpPr>
        <p:spPr>
          <a:xfrm>
            <a:off x="1218149" y="2869500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Low-cost</a:t>
            </a:r>
            <a:endParaRPr/>
          </a:p>
        </p:txBody>
      </p:sp>
      <p:sp>
        <p:nvSpPr>
          <p:cNvPr id="336" name="Google Shape;336;p40"/>
          <p:cNvSpPr txBox="1"/>
          <p:nvPr>
            <p:ph idx="5" type="subTitle"/>
          </p:nvPr>
        </p:nvSpPr>
        <p:spPr>
          <a:xfrm>
            <a:off x="1218149" y="3326700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Finančne nenáročné riešenie pre každého</a:t>
            </a:r>
            <a:endParaRPr/>
          </a:p>
        </p:txBody>
      </p:sp>
      <p:sp>
        <p:nvSpPr>
          <p:cNvPr id="337" name="Google Shape;337;p40"/>
          <p:cNvSpPr txBox="1"/>
          <p:nvPr>
            <p:ph idx="6" type="title"/>
          </p:nvPr>
        </p:nvSpPr>
        <p:spPr>
          <a:xfrm>
            <a:off x="4889551" y="2869500"/>
            <a:ext cx="3036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Simulácia</a:t>
            </a:r>
            <a:endParaRPr/>
          </a:p>
        </p:txBody>
      </p:sp>
      <p:sp>
        <p:nvSpPr>
          <p:cNvPr id="338" name="Google Shape;338;p40"/>
          <p:cNvSpPr txBox="1"/>
          <p:nvPr>
            <p:ph idx="7" type="subTitle"/>
          </p:nvPr>
        </p:nvSpPr>
        <p:spPr>
          <a:xfrm>
            <a:off x="4889551" y="3326700"/>
            <a:ext cx="3036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Presné simulovanie reálnych mikrovlnných radarov</a:t>
            </a:r>
            <a:endParaRPr/>
          </a:p>
        </p:txBody>
      </p:sp>
      <p:sp>
        <p:nvSpPr>
          <p:cNvPr id="339" name="Google Shape;339;p40"/>
          <p:cNvSpPr txBox="1"/>
          <p:nvPr>
            <p:ph idx="8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Ciele projektu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0" name="Google Shape;340;p40"/>
          <p:cNvSpPr/>
          <p:nvPr/>
        </p:nvSpPr>
        <p:spPr>
          <a:xfrm>
            <a:off x="1300950" y="2652650"/>
            <a:ext cx="6694500" cy="27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A3B7B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0"/>
          <p:cNvSpPr/>
          <p:nvPr/>
        </p:nvSpPr>
        <p:spPr>
          <a:xfrm rot="5400000">
            <a:off x="3237000" y="2660687"/>
            <a:ext cx="2670000" cy="27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A3B7B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2" name="Google Shape;342;p40"/>
          <p:cNvGrpSpPr/>
          <p:nvPr/>
        </p:nvGrpSpPr>
        <p:grpSpPr>
          <a:xfrm>
            <a:off x="7342905" y="4249587"/>
            <a:ext cx="1585643" cy="403038"/>
            <a:chOff x="7318730" y="4111487"/>
            <a:chExt cx="1585643" cy="403038"/>
          </a:xfrm>
        </p:grpSpPr>
        <p:sp>
          <p:nvSpPr>
            <p:cNvPr id="343" name="Google Shape;343;p40"/>
            <p:cNvSpPr/>
            <p:nvPr/>
          </p:nvSpPr>
          <p:spPr>
            <a:xfrm rot="10800000">
              <a:off x="7459568" y="4173934"/>
              <a:ext cx="1444804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0"/>
            <p:cNvSpPr/>
            <p:nvPr/>
          </p:nvSpPr>
          <p:spPr>
            <a:xfrm rot="10800000">
              <a:off x="7318730" y="4111487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0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0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 txBox="1"/>
          <p:nvPr>
            <p:ph idx="1" type="body"/>
          </p:nvPr>
        </p:nvSpPr>
        <p:spPr>
          <a:xfrm>
            <a:off x="1273275" y="1411350"/>
            <a:ext cx="5309400" cy="23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700"/>
              <a:t>Arduino IDE</a:t>
            </a:r>
            <a:r>
              <a:rPr lang="en" sz="1700"/>
              <a:t> - programovanie mikrokontroléra a nahrávanie kódu do hardvéru</a:t>
            </a:r>
            <a:endParaRPr sz="17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700"/>
              <a:t>Processing</a:t>
            </a:r>
            <a:r>
              <a:rPr lang="en" sz="1700"/>
              <a:t> - spracovanie a vizualizácia dát, aplikácia a UI</a:t>
            </a:r>
            <a:endParaRPr sz="17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700"/>
              <a:t>Cirkit Designer</a:t>
            </a:r>
            <a:r>
              <a:rPr lang="en" sz="1700"/>
              <a:t> - návrh elektrického obvodu</a:t>
            </a:r>
            <a:endParaRPr sz="17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700"/>
              <a:t>Fusion 360, Ultimaker Cura</a:t>
            </a:r>
            <a:r>
              <a:rPr lang="en" sz="1700"/>
              <a:t> - 3D modelovanie a príprava modelu pre tlač (slicing)</a:t>
            </a:r>
            <a:endParaRPr sz="1700"/>
          </a:p>
        </p:txBody>
      </p:sp>
      <p:sp>
        <p:nvSpPr>
          <p:cNvPr id="356" name="Google Shape;356;p41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Použité technológie</a:t>
            </a:r>
            <a:endParaRPr/>
          </a:p>
        </p:txBody>
      </p:sp>
      <p:grpSp>
        <p:nvGrpSpPr>
          <p:cNvPr id="357" name="Google Shape;357;p41"/>
          <p:cNvGrpSpPr/>
          <p:nvPr/>
        </p:nvGrpSpPr>
        <p:grpSpPr>
          <a:xfrm flipH="1">
            <a:off x="243549" y="3925412"/>
            <a:ext cx="2125029" cy="403038"/>
            <a:chOff x="6787353" y="621971"/>
            <a:chExt cx="2125029" cy="403038"/>
          </a:xfrm>
        </p:grpSpPr>
        <p:sp>
          <p:nvSpPr>
            <p:cNvPr id="358" name="Google Shape;358;p41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1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1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1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1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1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" name="Google Shape;364;p41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1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>
            <p:ph idx="1" type="body"/>
          </p:nvPr>
        </p:nvSpPr>
        <p:spPr>
          <a:xfrm>
            <a:off x="1053050" y="1125275"/>
            <a:ext cx="45153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700"/>
              <a:t>Arduino UNO rev3 </a:t>
            </a:r>
            <a:r>
              <a:rPr lang="en" sz="1700"/>
              <a:t>- “</a:t>
            </a:r>
            <a:r>
              <a:rPr lang="en" sz="1700"/>
              <a:t>mozog</a:t>
            </a:r>
            <a:r>
              <a:rPr lang="en" sz="1700"/>
              <a:t>” systému</a:t>
            </a:r>
            <a:endParaRPr sz="1700"/>
          </a:p>
        </p:txBody>
      </p:sp>
      <p:sp>
        <p:nvSpPr>
          <p:cNvPr id="371" name="Google Shape;371;p42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Hardvérové komponenty</a:t>
            </a:r>
            <a:endParaRPr/>
          </a:p>
        </p:txBody>
      </p:sp>
      <p:grpSp>
        <p:nvGrpSpPr>
          <p:cNvPr id="372" name="Google Shape;372;p42"/>
          <p:cNvGrpSpPr/>
          <p:nvPr/>
        </p:nvGrpSpPr>
        <p:grpSpPr>
          <a:xfrm flipH="1">
            <a:off x="243549" y="3925412"/>
            <a:ext cx="2125029" cy="403038"/>
            <a:chOff x="6787353" y="621971"/>
            <a:chExt cx="2125029" cy="403038"/>
          </a:xfrm>
        </p:grpSpPr>
        <p:sp>
          <p:nvSpPr>
            <p:cNvPr id="373" name="Google Shape;373;p42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2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2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2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42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2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3125" y="1049712"/>
            <a:ext cx="2317800" cy="173445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</p:pic>
      <p:pic>
        <p:nvPicPr>
          <p:cNvPr id="382" name="Google Shape;3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6288" y="2860950"/>
            <a:ext cx="2351475" cy="149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6950" y="2957575"/>
            <a:ext cx="1656675" cy="1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1450" y="2957575"/>
            <a:ext cx="1656674" cy="136194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1053050" y="2017675"/>
            <a:ext cx="45153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700"/>
              <a:t>Tlačidlo</a:t>
            </a:r>
            <a:r>
              <a:rPr lang="en" sz="1700"/>
              <a:t> - prepínanie medzi stavmi</a:t>
            </a:r>
            <a:endParaRPr b="1" sz="1700"/>
          </a:p>
        </p:txBody>
      </p:sp>
      <p:sp>
        <p:nvSpPr>
          <p:cNvPr id="386" name="Google Shape;386;p42"/>
          <p:cNvSpPr txBox="1"/>
          <p:nvPr>
            <p:ph idx="1" type="body"/>
          </p:nvPr>
        </p:nvSpPr>
        <p:spPr>
          <a:xfrm>
            <a:off x="1053050" y="2464063"/>
            <a:ext cx="45153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700"/>
              <a:t>Servomotor</a:t>
            </a:r>
            <a:r>
              <a:rPr lang="en" sz="1700"/>
              <a:t> - otáčanie senzora</a:t>
            </a:r>
            <a:endParaRPr b="1" sz="1700"/>
          </a:p>
        </p:txBody>
      </p:sp>
      <p:sp>
        <p:nvSpPr>
          <p:cNvPr id="387" name="Google Shape;387;p42"/>
          <p:cNvSpPr txBox="1"/>
          <p:nvPr/>
        </p:nvSpPr>
        <p:spPr>
          <a:xfrm>
            <a:off x="1053050" y="1579363"/>
            <a:ext cx="4179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consolata"/>
              <a:buChar char="●"/>
            </a:pPr>
            <a:r>
              <a:rPr b="1" lang="en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HC-SR04 </a:t>
            </a:r>
            <a:r>
              <a:rPr lang="en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 ultrazvukový senzor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650" y="1049025"/>
            <a:ext cx="4146698" cy="378225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3"/>
          <p:cNvSpPr txBox="1"/>
          <p:nvPr>
            <p:ph idx="6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Zapojenie</a:t>
            </a:r>
            <a:endParaRPr/>
          </a:p>
        </p:txBody>
      </p:sp>
      <p:sp>
        <p:nvSpPr>
          <p:cNvPr id="394" name="Google Shape;394;p43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3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6" name="Google Shape;396;p43"/>
          <p:cNvGrpSpPr/>
          <p:nvPr/>
        </p:nvGrpSpPr>
        <p:grpSpPr>
          <a:xfrm>
            <a:off x="7896998" y="701549"/>
            <a:ext cx="1015400" cy="271351"/>
            <a:chOff x="7888972" y="4243174"/>
            <a:chExt cx="1015400" cy="271351"/>
          </a:xfrm>
        </p:grpSpPr>
        <p:sp>
          <p:nvSpPr>
            <p:cNvPr id="397" name="Google Shape;397;p43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3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3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3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>
            <p:ph type="title"/>
          </p:nvPr>
        </p:nvSpPr>
        <p:spPr>
          <a:xfrm>
            <a:off x="1797425" y="1361775"/>
            <a:ext cx="25401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Vykresľovanie</a:t>
            </a:r>
            <a:endParaRPr/>
          </a:p>
        </p:txBody>
      </p:sp>
      <p:sp>
        <p:nvSpPr>
          <p:cNvPr id="406" name="Google Shape;406;p44"/>
          <p:cNvSpPr txBox="1"/>
          <p:nvPr>
            <p:ph idx="2" type="title"/>
          </p:nvPr>
        </p:nvSpPr>
        <p:spPr>
          <a:xfrm>
            <a:off x="969400" y="1593369"/>
            <a:ext cx="633600" cy="70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7" name="Google Shape;407;p44"/>
          <p:cNvSpPr txBox="1"/>
          <p:nvPr>
            <p:ph idx="1" type="subTitle"/>
          </p:nvPr>
        </p:nvSpPr>
        <p:spPr>
          <a:xfrm>
            <a:off x="1797426" y="1891900"/>
            <a:ext cx="2669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Vykresľovanie detekovaných objektov v reálnom čase</a:t>
            </a:r>
            <a:endParaRPr/>
          </a:p>
        </p:txBody>
      </p:sp>
      <p:sp>
        <p:nvSpPr>
          <p:cNvPr id="408" name="Google Shape;408;p44"/>
          <p:cNvSpPr txBox="1"/>
          <p:nvPr>
            <p:ph idx="3" type="title"/>
          </p:nvPr>
        </p:nvSpPr>
        <p:spPr>
          <a:xfrm>
            <a:off x="3782704" y="2956480"/>
            <a:ext cx="2472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Nastavenia</a:t>
            </a:r>
            <a:endParaRPr/>
          </a:p>
        </p:txBody>
      </p:sp>
      <p:sp>
        <p:nvSpPr>
          <p:cNvPr id="409" name="Google Shape;409;p44"/>
          <p:cNvSpPr txBox="1"/>
          <p:nvPr>
            <p:ph idx="4" type="title"/>
          </p:nvPr>
        </p:nvSpPr>
        <p:spPr>
          <a:xfrm>
            <a:off x="2954688" y="3185388"/>
            <a:ext cx="633600" cy="7041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10" name="Google Shape;410;p44"/>
          <p:cNvSpPr txBox="1"/>
          <p:nvPr>
            <p:ph idx="5" type="subTitle"/>
          </p:nvPr>
        </p:nvSpPr>
        <p:spPr>
          <a:xfrm>
            <a:off x="3782704" y="3484175"/>
            <a:ext cx="247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Prispôsobenie farieb, jednotiek, jazykov</a:t>
            </a:r>
            <a:endParaRPr/>
          </a:p>
        </p:txBody>
      </p:sp>
      <p:sp>
        <p:nvSpPr>
          <p:cNvPr id="411" name="Google Shape;411;p44"/>
          <p:cNvSpPr txBox="1"/>
          <p:nvPr>
            <p:ph idx="6" type="title"/>
          </p:nvPr>
        </p:nvSpPr>
        <p:spPr>
          <a:xfrm>
            <a:off x="5768000" y="1359358"/>
            <a:ext cx="2472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Ovládanie</a:t>
            </a:r>
            <a:endParaRPr/>
          </a:p>
        </p:txBody>
      </p:sp>
      <p:sp>
        <p:nvSpPr>
          <p:cNvPr id="412" name="Google Shape;412;p44"/>
          <p:cNvSpPr txBox="1"/>
          <p:nvPr>
            <p:ph idx="7" type="title"/>
          </p:nvPr>
        </p:nvSpPr>
        <p:spPr>
          <a:xfrm>
            <a:off x="4931800" y="1593369"/>
            <a:ext cx="633600" cy="7041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13" name="Google Shape;413;p44"/>
          <p:cNvSpPr txBox="1"/>
          <p:nvPr>
            <p:ph idx="8" type="subTitle"/>
          </p:nvPr>
        </p:nvSpPr>
        <p:spPr>
          <a:xfrm>
            <a:off x="5768000" y="1889487"/>
            <a:ext cx="247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Intuitívna, jednoduchá interakcia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4"/>
          <p:cNvSpPr txBox="1"/>
          <p:nvPr>
            <p:ph idx="15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Funkcie aplikácie</a:t>
            </a:r>
            <a:endParaRPr/>
          </a:p>
        </p:txBody>
      </p:sp>
      <p:sp>
        <p:nvSpPr>
          <p:cNvPr id="415" name="Google Shape;415;p44"/>
          <p:cNvSpPr/>
          <p:nvPr/>
        </p:nvSpPr>
        <p:spPr>
          <a:xfrm>
            <a:off x="903700" y="1562919"/>
            <a:ext cx="765000" cy="765000"/>
          </a:xfrm>
          <a:prstGeom prst="donut">
            <a:avLst>
              <a:gd fmla="val 3595" name="adj"/>
            </a:avLst>
          </a:prstGeom>
          <a:gradFill>
            <a:gsLst>
              <a:gs pos="0">
                <a:schemeClr val="lt1"/>
              </a:gs>
              <a:gs pos="100000">
                <a:srgbClr val="A3B7B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>
            <a:off x="2888988" y="3154938"/>
            <a:ext cx="765000" cy="765000"/>
          </a:xfrm>
          <a:prstGeom prst="donut">
            <a:avLst>
              <a:gd fmla="val 3595" name="adj"/>
            </a:avLst>
          </a:prstGeom>
          <a:gradFill>
            <a:gsLst>
              <a:gs pos="0">
                <a:schemeClr val="lt1"/>
              </a:gs>
              <a:gs pos="100000">
                <a:srgbClr val="A3B7B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4"/>
          <p:cNvSpPr/>
          <p:nvPr/>
        </p:nvSpPr>
        <p:spPr>
          <a:xfrm>
            <a:off x="4866100" y="1562919"/>
            <a:ext cx="765000" cy="765000"/>
          </a:xfrm>
          <a:prstGeom prst="donut">
            <a:avLst>
              <a:gd fmla="val 3595" name="adj"/>
            </a:avLst>
          </a:prstGeom>
          <a:gradFill>
            <a:gsLst>
              <a:gs pos="0">
                <a:schemeClr val="lt1"/>
              </a:gs>
              <a:gs pos="100000">
                <a:srgbClr val="A3B7B9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4"/>
          <p:cNvSpPr/>
          <p:nvPr/>
        </p:nvSpPr>
        <p:spPr>
          <a:xfrm>
            <a:off x="6544825" y="4438425"/>
            <a:ext cx="1071300" cy="170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4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4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44"/>
          <p:cNvGrpSpPr/>
          <p:nvPr/>
        </p:nvGrpSpPr>
        <p:grpSpPr>
          <a:xfrm>
            <a:off x="7705819" y="684840"/>
            <a:ext cx="1219842" cy="143201"/>
            <a:chOff x="7692540" y="881809"/>
            <a:chExt cx="1219842" cy="143201"/>
          </a:xfrm>
        </p:grpSpPr>
        <p:sp>
          <p:nvSpPr>
            <p:cNvPr id="422" name="Google Shape;422;p44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4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Kľúčové riešenia</a:t>
            </a:r>
            <a:endParaRPr/>
          </a:p>
        </p:txBody>
      </p:sp>
      <p:sp>
        <p:nvSpPr>
          <p:cNvPr id="429" name="Google Shape;429;p45"/>
          <p:cNvSpPr txBox="1"/>
          <p:nvPr>
            <p:ph idx="12" type="sldNum"/>
          </p:nvPr>
        </p:nvSpPr>
        <p:spPr>
          <a:xfrm>
            <a:off x="7875300" y="4438415"/>
            <a:ext cx="5487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"/>
          <p:cNvSpPr txBox="1"/>
          <p:nvPr>
            <p:ph idx="6" type="title"/>
          </p:nvPr>
        </p:nvSpPr>
        <p:spPr>
          <a:xfrm>
            <a:off x="720000" y="540000"/>
            <a:ext cx="7704000" cy="7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Meranie vzdialenosti a formátovanie dát</a:t>
            </a:r>
            <a:endParaRPr/>
          </a:p>
        </p:txBody>
      </p:sp>
      <p:sp>
        <p:nvSpPr>
          <p:cNvPr id="435" name="Google Shape;435;p46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6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" name="Google Shape;437;p46"/>
          <p:cNvGrpSpPr/>
          <p:nvPr/>
        </p:nvGrpSpPr>
        <p:grpSpPr>
          <a:xfrm>
            <a:off x="7896998" y="701549"/>
            <a:ext cx="1015400" cy="271351"/>
            <a:chOff x="7888972" y="4243174"/>
            <a:chExt cx="1015400" cy="271351"/>
          </a:xfrm>
        </p:grpSpPr>
        <p:sp>
          <p:nvSpPr>
            <p:cNvPr id="438" name="Google Shape;438;p46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6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6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6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46"/>
          <p:cNvSpPr txBox="1"/>
          <p:nvPr/>
        </p:nvSpPr>
        <p:spPr>
          <a:xfrm>
            <a:off x="1011300" y="1833000"/>
            <a:ext cx="3987300" cy="28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A1A6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calculateDistance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(trigPin, LOW);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delayMicroseconds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(trigPin, HIGH);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delayMicroseconds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digitalWrite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(trigPin, LOW);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duration =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pulseIn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(echoPin, HIGH, 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30000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distance = duration * 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0.034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/ 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distance;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6A5AF"/>
              </a:solidFill>
            </a:endParaRPr>
          </a:p>
        </p:txBody>
      </p:sp>
      <p:sp>
        <p:nvSpPr>
          <p:cNvPr id="443" name="Google Shape;443;p46"/>
          <p:cNvSpPr txBox="1"/>
          <p:nvPr/>
        </p:nvSpPr>
        <p:spPr>
          <a:xfrm>
            <a:off x="5424000" y="1833000"/>
            <a:ext cx="30000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A1A6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sendData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(servoPos);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","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(distance);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"."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6A5A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7"/>
          <p:cNvSpPr txBox="1"/>
          <p:nvPr>
            <p:ph idx="6" type="title"/>
          </p:nvPr>
        </p:nvSpPr>
        <p:spPr>
          <a:xfrm>
            <a:off x="720000" y="540000"/>
            <a:ext cx="7704000" cy="7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Plynulý pohyb servomotoru</a:t>
            </a:r>
            <a:endParaRPr/>
          </a:p>
        </p:txBody>
      </p:sp>
      <p:sp>
        <p:nvSpPr>
          <p:cNvPr id="449" name="Google Shape;449;p47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7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" name="Google Shape;451;p47"/>
          <p:cNvGrpSpPr/>
          <p:nvPr/>
        </p:nvGrpSpPr>
        <p:grpSpPr>
          <a:xfrm>
            <a:off x="7896998" y="701549"/>
            <a:ext cx="1015400" cy="271351"/>
            <a:chOff x="7888972" y="4243174"/>
            <a:chExt cx="1015400" cy="271351"/>
          </a:xfrm>
        </p:grpSpPr>
        <p:sp>
          <p:nvSpPr>
            <p:cNvPr id="452" name="Google Shape;452;p47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7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7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7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47"/>
          <p:cNvSpPr txBox="1"/>
          <p:nvPr/>
        </p:nvSpPr>
        <p:spPr>
          <a:xfrm>
            <a:off x="1881600" y="1620175"/>
            <a:ext cx="5380800" cy="27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A1A6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autoScan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millis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 - lastServoMoveMs &gt;= servoInterval) {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lastServoMoveMs =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millis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servoPos += stepDir;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50">
                <a:solidFill>
                  <a:srgbClr val="C586C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(servoPos &gt;= 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165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|| servoPos &lt;= 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 stepDir *= -</a:t>
            </a:r>
            <a:r>
              <a:rPr lang="en" sz="1150">
                <a:solidFill>
                  <a:srgbClr val="7FCBCD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servo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(servoPos);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calculateDistance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50">
                <a:solidFill>
                  <a:srgbClr val="F39C12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sendData</a:t>
            </a: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50">
              <a:solidFill>
                <a:srgbClr val="DAE3E3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AE3E3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76A5A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/>
          <p:nvPr>
            <p:ph idx="6" type="title"/>
          </p:nvPr>
        </p:nvSpPr>
        <p:spPr>
          <a:xfrm>
            <a:off x="720000" y="540000"/>
            <a:ext cx="7704000" cy="108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Spracovanie prichádzajúcich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dát (Parsing)</a:t>
            </a:r>
            <a:endParaRPr/>
          </a:p>
        </p:txBody>
      </p:sp>
      <p:sp>
        <p:nvSpPr>
          <p:cNvPr id="462" name="Google Shape;462;p48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8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48"/>
          <p:cNvGrpSpPr/>
          <p:nvPr/>
        </p:nvGrpSpPr>
        <p:grpSpPr>
          <a:xfrm>
            <a:off x="7896998" y="701549"/>
            <a:ext cx="1015400" cy="271351"/>
            <a:chOff x="7888972" y="4243174"/>
            <a:chExt cx="1015400" cy="271351"/>
          </a:xfrm>
        </p:grpSpPr>
        <p:sp>
          <p:nvSpPr>
            <p:cNvPr id="465" name="Google Shape;465;p48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8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8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8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9" name="Google Shape;469;p48"/>
          <p:cNvSpPr txBox="1"/>
          <p:nvPr/>
        </p:nvSpPr>
        <p:spPr>
          <a:xfrm>
            <a:off x="1881600" y="1620300"/>
            <a:ext cx="5380800" cy="3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serialEvent (Serial port) { 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data = port.readStringUntil(</a:t>
            </a:r>
            <a:r>
              <a:rPr lang="en" sz="1150">
                <a:solidFill>
                  <a:srgbClr val="4A86E8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'.'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6FA8DC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(data != </a:t>
            </a:r>
            <a:r>
              <a:rPr lang="en" sz="1150">
                <a:solidFill>
                  <a:srgbClr val="C586C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data = data.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substring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(0, data.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()-1);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index1 = data.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indexOf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(",");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50">
                <a:solidFill>
                  <a:srgbClr val="6FA8DC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(index1 &gt; -1) {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  angle= data.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substring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(0, index1);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  distance= data.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substring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(index1+1, data.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  iAngle =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(angle);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  iDistance =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(distance);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9"/>
          <p:cNvSpPr txBox="1"/>
          <p:nvPr>
            <p:ph idx="6" type="title"/>
          </p:nvPr>
        </p:nvSpPr>
        <p:spPr>
          <a:xfrm>
            <a:off x="720000" y="540000"/>
            <a:ext cx="7704000" cy="6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Vykresľovanie radaru</a:t>
            </a:r>
            <a:endParaRPr/>
          </a:p>
        </p:txBody>
      </p:sp>
      <p:sp>
        <p:nvSpPr>
          <p:cNvPr id="475" name="Google Shape;475;p49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9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7" name="Google Shape;477;p49"/>
          <p:cNvGrpSpPr/>
          <p:nvPr/>
        </p:nvGrpSpPr>
        <p:grpSpPr>
          <a:xfrm>
            <a:off x="7896998" y="701549"/>
            <a:ext cx="1015400" cy="271351"/>
            <a:chOff x="7888972" y="4243174"/>
            <a:chExt cx="1015400" cy="271351"/>
          </a:xfrm>
        </p:grpSpPr>
        <p:sp>
          <p:nvSpPr>
            <p:cNvPr id="478" name="Google Shape;478;p49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9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9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9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49"/>
          <p:cNvSpPr txBox="1"/>
          <p:nvPr/>
        </p:nvSpPr>
        <p:spPr>
          <a:xfrm>
            <a:off x="3636100" y="1529613"/>
            <a:ext cx="5380800" cy="27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drawLine() {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pushMatrix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strokeWeight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(9);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stroke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(radarColor);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translate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/2, 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height 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*0.074);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(0, 0, (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height 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*0.12)*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cos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radians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(iAngle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-(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height 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en" sz="1150">
                <a:solidFill>
                  <a:srgbClr val="CC000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eight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*0.12)*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sin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radians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(iAngle)));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50">
                <a:solidFill>
                  <a:srgbClr val="C27BA0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popMatrix</a:t>
            </a: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  <a:highlight>
                  <a:srgbClr val="1F272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  <a:highlight>
                <a:srgbClr val="1F272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83" name="Google Shape;48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75" y="1313800"/>
            <a:ext cx="3195525" cy="31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 txBox="1"/>
          <p:nvPr>
            <p:ph idx="6"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Dizajn aplikácie</a:t>
            </a:r>
            <a:endParaRPr/>
          </a:p>
        </p:txBody>
      </p:sp>
      <p:sp>
        <p:nvSpPr>
          <p:cNvPr id="489" name="Google Shape;489;p50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0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50"/>
          <p:cNvGrpSpPr/>
          <p:nvPr/>
        </p:nvGrpSpPr>
        <p:grpSpPr>
          <a:xfrm>
            <a:off x="7896998" y="701549"/>
            <a:ext cx="1015400" cy="271351"/>
            <a:chOff x="7888972" y="4243174"/>
            <a:chExt cx="1015400" cy="271351"/>
          </a:xfrm>
        </p:grpSpPr>
        <p:sp>
          <p:nvSpPr>
            <p:cNvPr id="492" name="Google Shape;492;p50"/>
            <p:cNvSpPr/>
            <p:nvPr/>
          </p:nvSpPr>
          <p:spPr>
            <a:xfrm rot="10800000">
              <a:off x="8008196" y="4305621"/>
              <a:ext cx="89617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0"/>
            <p:cNvSpPr/>
            <p:nvPr/>
          </p:nvSpPr>
          <p:spPr>
            <a:xfrm rot="10800000">
              <a:off x="7888972" y="424317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50"/>
            <p:cNvSpPr/>
            <p:nvPr/>
          </p:nvSpPr>
          <p:spPr>
            <a:xfrm rot="10800000">
              <a:off x="8465526" y="4433767"/>
              <a:ext cx="438846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0"/>
            <p:cNvSpPr/>
            <p:nvPr/>
          </p:nvSpPr>
          <p:spPr>
            <a:xfrm rot="10800000">
              <a:off x="8316655" y="4371324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96" name="Google Shape;4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050" y="972898"/>
            <a:ext cx="6883905" cy="3865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1"/>
          <p:cNvSpPr txBox="1"/>
          <p:nvPr>
            <p:ph idx="1" type="body"/>
          </p:nvPr>
        </p:nvSpPr>
        <p:spPr>
          <a:xfrm>
            <a:off x="1917300" y="1117500"/>
            <a:ext cx="5309400" cy="29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✅	Splnenie zadania</a:t>
            </a:r>
            <a:endParaRPr b="1" sz="17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700"/>
              <a:t>funkčný prototyp úspešne prepojený hardvér so softvérom</a:t>
            </a:r>
            <a:endParaRPr sz="17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700"/>
              <a:t>real-time detekcia cieľov</a:t>
            </a:r>
            <a:endParaRPr sz="17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700"/>
              <a:t>aplikácia s užívateľským rozhraním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💡	Budúci rozvoj a potenciál </a:t>
            </a:r>
            <a:endParaRPr b="1" sz="17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700"/>
              <a:t>bezdrôtová verzia</a:t>
            </a:r>
            <a:endParaRPr sz="17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700"/>
              <a:t>360° pokrytie</a:t>
            </a:r>
            <a:endParaRPr sz="1700"/>
          </a:p>
        </p:txBody>
      </p:sp>
      <p:sp>
        <p:nvSpPr>
          <p:cNvPr id="502" name="Google Shape;502;p51"/>
          <p:cNvSpPr txBox="1"/>
          <p:nvPr>
            <p:ph type="title"/>
          </p:nvPr>
        </p:nvSpPr>
        <p:spPr>
          <a:xfrm>
            <a:off x="720000" y="539998"/>
            <a:ext cx="77040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Záver</a:t>
            </a:r>
            <a:endParaRPr/>
          </a:p>
        </p:txBody>
      </p:sp>
      <p:grpSp>
        <p:nvGrpSpPr>
          <p:cNvPr id="503" name="Google Shape;503;p51"/>
          <p:cNvGrpSpPr/>
          <p:nvPr/>
        </p:nvGrpSpPr>
        <p:grpSpPr>
          <a:xfrm flipH="1">
            <a:off x="243549" y="3925412"/>
            <a:ext cx="2125029" cy="403038"/>
            <a:chOff x="6787353" y="621971"/>
            <a:chExt cx="2125029" cy="403038"/>
          </a:xfrm>
        </p:grpSpPr>
        <p:sp>
          <p:nvSpPr>
            <p:cNvPr id="504" name="Google Shape;504;p51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51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1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1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1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1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51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1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2"/>
          <p:cNvSpPr txBox="1"/>
          <p:nvPr>
            <p:ph type="title"/>
          </p:nvPr>
        </p:nvSpPr>
        <p:spPr>
          <a:xfrm>
            <a:off x="2391900" y="1179450"/>
            <a:ext cx="4913100" cy="17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Ďakujem za pozornosť!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sp>
        <p:nvSpPr>
          <p:cNvPr id="517" name="Google Shape;517;p52"/>
          <p:cNvSpPr txBox="1"/>
          <p:nvPr>
            <p:ph idx="1" type="subTitle"/>
          </p:nvPr>
        </p:nvSpPr>
        <p:spPr>
          <a:xfrm>
            <a:off x="2391900" y="3229300"/>
            <a:ext cx="4360200" cy="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Priestor na otázky…</a:t>
            </a:r>
            <a:endParaRPr/>
          </a:p>
        </p:txBody>
      </p:sp>
      <p:grpSp>
        <p:nvGrpSpPr>
          <p:cNvPr id="518" name="Google Shape;518;p52"/>
          <p:cNvGrpSpPr/>
          <p:nvPr/>
        </p:nvGrpSpPr>
        <p:grpSpPr>
          <a:xfrm>
            <a:off x="282345" y="4447646"/>
            <a:ext cx="6400152" cy="143201"/>
            <a:chOff x="282345" y="4461246"/>
            <a:chExt cx="6400152" cy="143201"/>
          </a:xfrm>
        </p:grpSpPr>
        <p:sp>
          <p:nvSpPr>
            <p:cNvPr id="519" name="Google Shape;519;p52"/>
            <p:cNvSpPr/>
            <p:nvPr/>
          </p:nvSpPr>
          <p:spPr>
            <a:xfrm>
              <a:off x="282345" y="4523702"/>
              <a:ext cx="6272672" cy="18288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2"/>
            <p:cNvSpPr/>
            <p:nvPr/>
          </p:nvSpPr>
          <p:spPr>
            <a:xfrm>
              <a:off x="6533627" y="4461246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52"/>
          <p:cNvGrpSpPr/>
          <p:nvPr/>
        </p:nvGrpSpPr>
        <p:grpSpPr>
          <a:xfrm>
            <a:off x="6789631" y="890912"/>
            <a:ext cx="2125029" cy="403038"/>
            <a:chOff x="6787353" y="621971"/>
            <a:chExt cx="2125029" cy="403038"/>
          </a:xfrm>
        </p:grpSpPr>
        <p:sp>
          <p:nvSpPr>
            <p:cNvPr id="522" name="Google Shape;522;p52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2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2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rect b="b" l="l" r="r" t="t"/>
              <a:pathLst>
                <a:path extrusionOk="0" h="516" w="112022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2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rect b="b" l="l" r="r" t="t"/>
              <a:pathLst>
                <a:path extrusionOk="0" h="3460" w="3597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57150" rotWithShape="0" algn="bl" dir="5400000" dist="19050">
                <a:schemeClr val="accen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52"/>
          <p:cNvSpPr/>
          <p:nvPr/>
        </p:nvSpPr>
        <p:spPr>
          <a:xfrm>
            <a:off x="796200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2"/>
          <p:cNvSpPr/>
          <p:nvPr/>
        </p:nvSpPr>
        <p:spPr>
          <a:xfrm>
            <a:off x="1126825" y="432438"/>
            <a:ext cx="215100" cy="2151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2"/>
          <p:cNvSpPr txBox="1"/>
          <p:nvPr>
            <p:ph idx="1" type="subTitle"/>
          </p:nvPr>
        </p:nvSpPr>
        <p:spPr>
          <a:xfrm>
            <a:off x="7409100" y="4317650"/>
            <a:ext cx="12342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Alex Szabó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gineering Major for College: Computer Engineering by Slidesgo">
  <a:themeElements>
    <a:clrScheme name="Simple Light">
      <a:dk1>
        <a:srgbClr val="1C1C1C"/>
      </a:dk1>
      <a:lt1>
        <a:srgbClr val="F3F3F3"/>
      </a:lt1>
      <a:dk2>
        <a:srgbClr val="426B6A"/>
      </a:dk2>
      <a:lt2>
        <a:srgbClr val="00FF00"/>
      </a:lt2>
      <a:accent1>
        <a:srgbClr val="F81616"/>
      </a:accent1>
      <a:accent2>
        <a:srgbClr val="A3B7B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